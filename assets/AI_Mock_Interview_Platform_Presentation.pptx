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DD4BF"/>
                </a:solidFill>
                <a:latin typeface="Arial"/>
              </a:defRPr>
            </a:pPr>
            <a:r>
              <a:t>HACKATHON PRESENTATION</a:t>
            </a:r>
          </a:p>
          <a:p>
            <a:pPr>
              <a:defRPr sz="4800" b="1">
                <a:solidFill>
                  <a:srgbClr val="F8FAFC"/>
                </a:solidFill>
                <a:latin typeface="Arial"/>
              </a:defRPr>
            </a:pPr>
            <a:r>
              <a:t>AI Mock Interview Platform</a:t>
            </a:r>
          </a:p>
          <a:p>
            <a:pPr>
              <a:spcBef>
                <a:spcPts val="3600"/>
              </a:spcBef>
              <a:defRPr sz="1800">
                <a:solidFill>
                  <a:srgbClr val="94A3B8"/>
                </a:solidFill>
                <a:latin typeface="Arial"/>
              </a:defRPr>
            </a:pPr>
            <a:r>
              <a:t>Personalized, Speech-Enabled technical recruiter simulation powered by local RAG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931920"/>
            <a:ext cx="4114800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AI MOCK INTERVIEW PLATFORM</a:t>
            </a:r>
          </a:p>
          <a:p>
            <a:pPr>
              <a:spcBef>
                <a:spcPts val="400"/>
              </a:spcBef>
              <a:defRPr sz="2800" b="1">
                <a:solidFill>
                  <a:srgbClr val="F8FAFC"/>
                </a:solidFill>
                <a:latin typeface="Arial"/>
              </a:defRPr>
            </a:pPr>
            <a:r>
              <a:t>The Problem &amp;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6366F1"/>
                </a:solidFill>
                <a:latin typeface="Arial"/>
              </a:defRPr>
            </a:pPr>
            <a:r>
              <a:t>THE PROBLEM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Static Questionnaires: Standard mock prep fails to align questions with candidate's actual projects and experience.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Unrealistic Preparation: Typing responses does not simulate the pacing and pressure of live, spoken recruiter screens.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Generic Feedback: Candidates get vague guidance without ideal answers mapped directly to their performance gaps.</a:t>
            </a:r>
          </a:p>
          <a:p>
            <a:pPr>
              <a:spcAft>
                <a:spcPts val="10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Privacy &amp; Cost: Uploading resumes to commercial clouds raises privacy concerns, and API fees accumulate quickly.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2DD4BF"/>
                </a:solidFill>
                <a:latin typeface="Arial"/>
              </a:defRPr>
            </a:pPr>
            <a:r>
              <a:t>THE SOLUTION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Local RAG Core: Ingests resumes (PDF/Word/Text) and stores embeddings in ChromaDB to ask hyper-personalized, custom questions.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Speech Recruiter Loop: Audio questions (Edge TTS) and local microphone recorder (Whisper STT) recreate live pacing.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Actionable Assessment: Generates structured technical, communication, and relevance scoring dashboards.</a:t>
            </a:r>
          </a:p>
          <a:p>
            <a:pPr>
              <a:spcAft>
                <a:spcPts val="10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Headless PDF Generation: Exports a diagnostic scorecard, ideal responses, and study syllabus instantly.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AI MOCK INTERVIEW PLATFORM</a:t>
            </a:r>
          </a:p>
          <a:p>
            <a:pPr>
              <a:spcBef>
                <a:spcPts val="400"/>
              </a:spcBef>
              <a:defRPr sz="2800" b="1">
                <a:solidFill>
                  <a:srgbClr val="F8FAFC"/>
                </a:solidFill>
                <a:latin typeface="Arial"/>
              </a:defRPr>
            </a:pPr>
            <a:r>
              <a:t>System Architecture &amp;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8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A decoupled, reverse-proxied local architecture running securely under Supervisord: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1. Resume Processing: Documents are parsed via PyMuPDF/zipfile, split by character overlaps, embedded via sentence-transformers, and saved into a local ChromaDB.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2. Interview Orchestration: FastAPI manages conversation state. It retrieves context from ChromaDB, queries LLM engines (Gemini/Groq), and streams Edge TTS audio.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3. Speech Loop: Custom HTML5 Mic Recorder uploads candidate audio to FastAPI, transcribing speech locally using cached in-memory Whisper tiny weights.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4. Reverse Proxying: Nginx acts as a unified entrypoint on port 7860, routing HTTP (/api), Static files (/static/audio and /static/reports), and Streamlit WebSockets (/).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DD4BF"/>
                </a:solidFill>
                <a:latin typeface="Arial"/>
              </a:defRPr>
            </a:pPr>
            <a:r>
              <a:t>DEPLOYMENT LINK: https://huggingface.co/spaces/tejashrichoudhary2/AI-Mock-Interview-Platform</a:t>
            </a:r>
          </a:p>
          <a:p>
            <a:pPr>
              <a:defRPr sz="1300" b="1">
                <a:solidFill>
                  <a:srgbClr val="6366F1"/>
                </a:solidFill>
                <a:latin typeface="Arial"/>
              </a:defRPr>
            </a:pPr>
            <a:r>
              <a:t>GITHUB REPOSITORY: https://github.com/tejashri-del098/AI-Mock-Interview-Platform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AI MOCK INTERVIEW PLATFORM</a:t>
            </a:r>
          </a:p>
          <a:p>
            <a:pPr>
              <a:spcBef>
                <a:spcPts val="400"/>
              </a:spcBef>
              <a:defRPr sz="2800" b="1">
                <a:solidFill>
                  <a:srgbClr val="F8FAFC"/>
                </a:solidFill>
                <a:latin typeface="Arial"/>
              </a:defRPr>
            </a:pPr>
            <a:r>
              <a:t>Tech Stack &amp;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120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2DD4BF"/>
                </a:solidFill>
                <a:latin typeface="Arial"/>
              </a:defRPr>
            </a:pPr>
            <a:r>
              <a:t>Streamlit vs React/HTML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Allows constructing data-intensive dashboards in 100% Python with native state management. We embedded bi-directional HTML5 modules to capture micro-audio inputs without adding web server bloat.</a:t>
            </a:r>
          </a:p>
          <a:p>
            <a:pPr>
              <a:spcBef>
                <a:spcPts val="1600"/>
              </a:spcBef>
              <a:defRPr sz="1500" b="1">
                <a:solidFill>
                  <a:srgbClr val="2DD4BF"/>
                </a:solidFill>
                <a:latin typeface="Arial"/>
              </a:defRPr>
            </a:pPr>
            <a:r>
              <a:t>FastAPI vs Flask/Django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  <a:latin typeface="Arial"/>
              </a:defRPr>
            </a:pPr>
            <a:r>
              <a:t>Provides native async/await capabilities, which is crucial for handling concurrently streaming Edge TTS voice generation, local Whisper transcripts, and multi-part file uploads.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645920"/>
            <a:ext cx="51206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6366F1"/>
                </a:solidFill>
                <a:latin typeface="Arial"/>
              </a:defRPr>
            </a:pPr>
            <a:r>
              <a:t>ChromaDB &amp; HF Embeddings vs Pinecone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  <a:latin typeface="Arial"/>
              </a:defRPr>
            </a:pPr>
            <a:r>
              <a:t>Operates entirely offline/locally without managing cloud API credentials. sentence-transformers yields robust, compact 384-dimensional semantic arrays at zero host costs.</a:t>
            </a:r>
          </a:p>
          <a:p>
            <a:pPr>
              <a:spcBef>
                <a:spcPts val="1600"/>
              </a:spcBef>
              <a:defRPr sz="1500" b="1">
                <a:solidFill>
                  <a:srgbClr val="6366F1"/>
                </a:solidFill>
                <a:latin typeface="Arial"/>
              </a:defRPr>
            </a:pPr>
            <a:r>
              <a:t>Edge TTS &amp; Whisper vs ElevenLabs/Google STT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  <a:latin typeface="Arial"/>
              </a:defRPr>
            </a:pPr>
            <a:r>
              <a:t>Edge TTS renders organic-sounding neural voices asynchronously for free, while local cached Whisper weights perform containerized Speech-to-Text with unlimited quotas.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AI MOCK INTERVIEW PLATFORM</a:t>
            </a:r>
          </a:p>
          <a:p>
            <a:pPr>
              <a:spcBef>
                <a:spcPts val="400"/>
              </a:spcBef>
              <a:defRPr sz="2800" b="1">
                <a:solidFill>
                  <a:srgbClr val="F8FAFC"/>
                </a:solidFill>
                <a:latin typeface="Arial"/>
              </a:defRPr>
            </a:pPr>
            <a:r>
              <a:t>Platform Features &amp; Resiliency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800"/>
              </a:spcAft>
              <a:defRPr sz="1500">
                <a:solidFill>
                  <a:srgbClr val="F8FAFC"/>
                </a:solidFill>
                <a:latin typeface="Arial"/>
              </a:defRPr>
            </a:pPr>
            <a:r>
              <a:t>Key upgrades implemented to ensure high stability during hackathon evaluations: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API Key Fallback Architecture: Primary LLM generation utilizes Google Gemini. If API rate limits (429) are encountered, the system automatically routes to Groq LLaMA-3.3-70B for zero downtime.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Dynamic Waveform Visualizer: Built HTML5 canvas scripts using Web Audio APIs (AnalyserNode) to draw real-time voice amplitude graphs as the candidate speaks.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Advanced Parser (PDF, DOCX, TXT): Handles Word (.docx) documents natively using built-in Python XML parsing structures, eliminating external server dependencies.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Robust JSON Extraction: Uses regex isolation loops to capture JSON bounds ({ and }), preventing LLM conversation text from breaking data frames.</a:t>
            </a:r>
          </a:p>
          <a:p>
            <a:pPr>
              <a:spcAft>
                <a:spcPts val="1200"/>
              </a:spcAft>
              <a:defRPr sz="1400">
                <a:solidFill>
                  <a:srgbClr val="94A3B8"/>
                </a:solidFill>
                <a:latin typeface="Arial"/>
              </a:defRPr>
            </a:pPr>
            <a:r>
              <a:t>•  Secure Deployment: Docker container runs under non-root user permissions (UID 1000) with Nginx temp folders and logs explicitly configured under /tmp/.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Arial"/>
              </a:defRPr>
            </a:pPr>
            <a:r>
              <a:t>AI MOCK INTERVIEW PLATFORM</a:t>
            </a:r>
          </a:p>
          <a:p>
            <a:pPr>
              <a:spcBef>
                <a:spcPts val="400"/>
              </a:spcBef>
              <a:defRPr sz="2800" b="1">
                <a:solidFill>
                  <a:srgbClr val="F8FAFC"/>
                </a:solidFill>
                <a:latin typeface="Arial"/>
              </a:defRPr>
            </a:pPr>
            <a:r>
              <a:t>Hackathon Deliverables &amp; Live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800"/>
              </a:spcAft>
              <a:defRPr sz="1600" b="1">
                <a:solidFill>
                  <a:srgbClr val="2DD4BF"/>
                </a:solidFill>
                <a:latin typeface="Arial"/>
              </a:defRPr>
            </a:pPr>
            <a:r>
              <a:t>Live Deployment Space &amp; Repository Details: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HUGGING FACE DEPLOYMENT: https://huggingface.co/spaces/tejashrichoudhary2/AI-Mock-Interview-Platform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GITHUB REPOSITORY: https://github.com/tejashri-del098/AI-Mock-Interview-Platform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CI/CD AUTOMATION: Built GitHub Actions pipeline (.github/workflows/deploy.yml) that syncs code triggers automatically.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DOCKER ORCHESTRATION: Full multi-process config packaged cleanly with custom Dockerfile, Nginx proxy, and Supervisor.</a:t>
            </a:r>
          </a:p>
          <a:p>
            <a:pPr>
              <a:spcAft>
                <a:spcPts val="1200"/>
              </a:spcAft>
              <a:defRPr sz="1400">
                <a:solidFill>
                  <a:srgbClr val="F8FAFC"/>
                </a:solidFill>
                <a:latin typeface="Arial"/>
              </a:defRPr>
            </a:pPr>
            <a:r>
              <a:t>•  LOCAL TESTING COMMANDS:</a:t>
            </a:r>
            <a:br/>
            <a:r>
              <a:t>   - Terminal 1 (Backend): uvicorn app.api.main:app --reload --port 8000</a:t>
            </a:r>
            <a:br/>
            <a:r>
              <a:t>   - Terminal 2 (Frontend): streamlit run app/ui/app.py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