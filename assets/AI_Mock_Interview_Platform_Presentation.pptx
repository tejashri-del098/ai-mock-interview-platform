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DD4BF"/>
                </a:solidFill>
                <a:latin typeface="Arial"/>
              </a:defRPr>
            </a:pPr>
            <a:r>
              <a:t>HACKATHON PRESENTATION</a:t>
            </a:r>
          </a:p>
          <a:p>
            <a:pPr>
              <a:defRPr sz="4800" b="1">
                <a:solidFill>
                  <a:srgbClr val="F8FAFC"/>
                </a:solidFill>
                <a:latin typeface="Arial"/>
              </a:defRPr>
            </a:pPr>
            <a:r>
              <a:t>AI Mock Interview Platform</a:t>
            </a:r>
          </a:p>
          <a:p>
            <a:pPr>
              <a:spcBef>
                <a:spcPts val="36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Personalized, Speech-Enabled technical recruiter simulation powered by local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4114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AI MOCK INTERVIEW PLATFORM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Problem &amp;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THE PROBLEM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 Static Questionnaires: Standard mock prep fails to align questions with candidate's actual projects and experience.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 Unrealistic Preparation: Typing responses does not simulate the pacing and pressure of live, spoken recruiter screens.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 Generic Feedback: Candidates get vague guidance without ideal answers mapped directly to their performance gaps.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 Privacy &amp; Cost: Uploading resumes to commercial clouds raises privacy concerns, and API fees accumulate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THE SOLUTION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 Local RAG Core: Ingests resumes (PDF/Word/Text) and stores embeddings in ChromaDB to ask hyper-personalized, custom questions.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 Speech Recruiter Loop: Audio questions (Edge TTS) and local microphone recorder (Whisper STT) recreate live pacing.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 Actionable Assessment: Generates structured technical, communication, and relevance scoring dashboards.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 Headless PDF Generation: Exports a diagnostic scorecard, ideal responses, and study syllabus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AI MOCK INTERVIEW PLATFORM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  <a:latin typeface="Arial"/>
              </a:defRPr>
            </a:pPr>
            <a:r>
              <a:t>System 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Architecture &amp; Data Pipeline Flow: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 1. Ingestion: PDF/DOCX resumes are parsed, split, embedded, and cached in local ChromaDB.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 2. Recruiter Persona: FastAPI manages context, fetches semantic blocks, and calls LLM recruiter logic.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 3. Speech Loop: Converts questions to audio (Edge TTS); candidate speaks and Whisper STT transcribes it locally.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 4. Proxy Integration: Single entrypoint (Nginx) routes Streamlit websockets &amp; FastAPI endpoints securely.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5303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DD4BF"/>
                </a:solidFill>
                <a:latin typeface="Arial"/>
              </a:defRPr>
            </a:pPr>
            <a:r>
              <a:t>DEPLOYMENT LINK:</a:t>
            </a:r>
            <a:br/>
            <a:r>
              <a:t>https://huggingface.co/spaces/tejashrichoudhary2/AI-Mock-Interview-Platform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GITHUB REPOSITORY:</a:t>
            </a:r>
            <a:br/>
            <a:r>
              <a:t>https://github.com/tejashri-del098/AI-Mock-Interview-Platform</a:t>
            </a:r>
          </a:p>
        </p:txBody>
      </p:sp>
      <p:pic>
        <p:nvPicPr>
          <p:cNvPr id="6" name="Picture 5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AI MOCK INTERVIEW PLATFORM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  <a:latin typeface="Arial"/>
              </a:defRPr>
            </a:pPr>
            <a:r>
              <a:t>Tech Stack &amp;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rial"/>
              </a:defRPr>
            </a:pPr>
            <a:r>
              <a:t>Streamlit vs React/HTML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Allows constructing data-intensive dashboards in 100% Python with native state management. We embedded bi-directional HTML5 modules to capture micro-audio inputs without adding web server bloat.</a:t>
            </a:r>
          </a:p>
          <a:p>
            <a:pPr>
              <a:spcBef>
                <a:spcPts val="1600"/>
              </a:spcBef>
              <a:defRPr sz="1500" b="1">
                <a:solidFill>
                  <a:srgbClr val="2DD4BF"/>
                </a:solidFill>
                <a:latin typeface="Arial"/>
              </a:defRPr>
            </a:pPr>
            <a:r>
              <a:t>FastAPI vs Flask/Django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Provides native async/await capabilities, which is crucial for handling concurrently streaming Edge TTS voice generation, local Whisper transcripts, and multi-part file uploads.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ChromaDB &amp; HF Embeddings vs Pinecone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Operates entirely offline/locally without managing cloud API credentials. sentence-transformers yields robust, compact 384-dimensional semantic arrays at zero host costs.</a:t>
            </a:r>
          </a:p>
          <a:p>
            <a:pPr>
              <a:spcBef>
                <a:spcPts val="16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Edge TTS &amp; Whisper vs ElevenLabs/Google STT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Edge TTS renders organic-sounding neural voices asynchronously for free, while local cached Whisper weights perform containerized Speech-to-Text with unlimited quotas.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AI MOCK INTERVIEW PLATFORM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  <a:latin typeface="Arial"/>
              </a:defRPr>
            </a:pPr>
            <a:r>
              <a:t>Platform Features &amp; Resiliency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F8FAFC"/>
                </a:solidFill>
                <a:latin typeface="Arial"/>
              </a:defRPr>
            </a:pPr>
            <a:r>
              <a:t>Key upgrades implemented to ensure high stability during hackathon evaluations: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 API Key Fallback Architecture: Primary LLM generation utilizes Google Gemini. If API rate limits (429) are encountered, the system automatically routes to Groq LLaMA-3.3-70B for zero downtime.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 Dynamic Waveform Visualizer: Built HTML5 canvas scripts using Web Audio APIs (AnalyserNode) to draw real-time voice amplitude graphs as the candidate speaks.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 Advanced Parser (PDF, DOCX, TXT): Handles Word (.docx) documents natively using built-in Python XML parsing structures, eliminating external server dependencies.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 Robust JSON Extraction: Uses regex isolation loops to capture JSON bounds ({ and }), preventing LLM conversation text from breaking data frames.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 Secure Deployment: Docker container runs under non-root user permissions (UID 1000) with Nginx temp folders and logs explicitly configured under /tmp/.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AI MOCK INTERVIEW PLATFORM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  <a:latin typeface="Arial"/>
              </a:defRPr>
            </a:pPr>
            <a:r>
              <a:t>Hackathon Deliverables &amp; Live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Live Deployment Space &amp; Repository Details: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 HUGGING FACE DEPLOYMENT: https://huggingface.co/spaces/tejashrichoudhary2/AI-Mock-Interview-Platform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 GITHUB REPOSITORY: https://github.com/tejashri-del098/AI-Mock-Interview-Platform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 CI/CD AUTOMATION: Built GitHub Actions pipeline (.github/workflows/deploy.yml) that syncs code triggers automatically.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 DOCKER ORCHESTRATION: Full multi-process config packaged cleanly with custom Dockerfile, Nginx proxy, and Supervisor.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 LOCAL TESTING COMMANDS:</a:t>
            </a:r>
            <a:br/>
            <a:r>
              <a:t>   - Terminal 1 (Backend): uvicorn app.api.main:app --reload --port 8000</a:t>
            </a:r>
            <a:br/>
            <a:r>
              <a:t>   - Terminal 2 (Frontend): streamlit run app/ui/app.py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